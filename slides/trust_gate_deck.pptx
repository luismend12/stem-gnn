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228600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14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LLM-Guided Semantic Trust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BCFA"/>
                </a:solidFill>
              </a:rPr>
              <a:t>Adaptive Neighbourhood Aggregation for Robust Text-Attributed GNNs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718096"/>
                </a:solidFill>
              </a:rPr>
              <a:t>Complement to STEM-GNN (KDD'26)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029200"/>
            <a:ext cx="2743200" cy="438912"/>
          </a:xfrm>
          <a:prstGeom prst="rect">
            <a:avLst/>
          </a:prstGeom>
          <a:solidFill>
            <a:srgbClr val="E86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Injection Robustness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5029200"/>
            <a:ext cx="2743200" cy="438912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502920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Heterophily Generalization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029200"/>
            <a:ext cx="2743200" cy="438912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502920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LLM Semantic Signals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Why do GNNs fail under distribution shift?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394960" cy="4389120"/>
          </a:xfrm>
          <a:prstGeom prst="rect">
            <a:avLst/>
          </a:prstGeom>
          <a:solidFill>
            <a:srgbClr val="FFEBEB"/>
          </a:solidFill>
          <a:ln w="19050">
            <a:solidFill>
              <a:srgbClr val="E86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394960" cy="502920"/>
          </a:xfrm>
          <a:prstGeom prst="rect">
            <a:avLst/>
          </a:prstGeom>
          <a:solidFill>
            <a:srgbClr val="E86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① Confusing-Edge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02C"/>
                </a:solidFill>
              </a:rPr>
              <a:t>Text-similar but wrong-class neighbours
are injected into the graph.
GNNs blindly aggregate them → corrupted
node representations → accuracy drops.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394960" cy="4389120"/>
          </a:xfrm>
          <a:prstGeom prst="rect">
            <a:avLst/>
          </a:prstGeom>
          <a:solidFill>
            <a:srgbClr val="FAF5FF"/>
          </a:solidFill>
          <a:ln w="19050">
            <a:solidFill>
              <a:srgbClr val="553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394960" cy="50292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② Structural Heterophily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02C"/>
                </a:solidFill>
              </a:rPr>
              <a:t>Many real graphs connect nodes of
different classes (h &lt; 0.5).
Standard equal-weight aggregation
blurs class boundaries → poor accuracy.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3C9A"/>
                </a:solidFill>
              </a:rPr>
              <a:t>Core Question: When should a node trust its neighbours vs. its own text?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Prior Work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6 methods — none handles both challenges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11795760" cy="411480"/>
          </a:xfrm>
          <a:prstGeom prst="rect">
            <a:avLst/>
          </a:prstGeom>
          <a:solidFill>
            <a:srgbClr val="ED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18872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18872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18872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Key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18872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LLM
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18872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Injection
Robust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1188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Hetero-
phily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600200"/>
            <a:ext cx="11795760" cy="576072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1655064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GraphSAGE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1655064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NeurIPS'17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655064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Uniform aggregation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1655064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655064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1655064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2212848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2267712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GNNGuard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2267712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NeurIPS'20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2267712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Edge pruning by cosine 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267712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267712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2267712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825496"/>
            <a:ext cx="11795760" cy="576072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" y="2880360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H2GCN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2880360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NeurIPS'20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2880360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Ego/neighbour separation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2880360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880360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2880360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" y="3438144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" y="3493008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GPR-GNN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5960" y="3493008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ICLR'21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493008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Learnable propagation coefficients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3493008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493008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3493008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4050791"/>
            <a:ext cx="11795760" cy="576072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" y="4105655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TAPE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65960" y="4105655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ICLR'24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63240" y="4105655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LLM text features as node embeddings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4105655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4105655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4105655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4663440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8600" y="4718304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STEM-GNN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65960" y="4718304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KDD'26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4718304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MoE router + VQ codebook (post-VQ)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18304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4718304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4718304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" y="5276088"/>
            <a:ext cx="11795760" cy="576072"/>
          </a:xfrm>
          <a:prstGeom prst="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82880" y="5276088"/>
            <a:ext cx="54864" cy="576072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28600" y="5330952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3C9A"/>
                </a:solidFill>
              </a:rPr>
              <a:t>Ours (Trust Gate)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65960" y="5330952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3C9A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63240" y="5330952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3C9A"/>
                </a:solidFill>
              </a:rPr>
              <a:t>Semantic gate on pre-VQ embeddings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5330952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52560" y="5330952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49840" y="5330952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8600" y="6080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18096"/>
                </a:solidFill>
              </a:rPr>
              <a:t>No prior method simultaneously handles all three properties.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Our Method: Semantic Trust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β_v gates how much each node trusts its neighbours</a:t>
            </a:r>
          </a:p>
        </p:txBody>
      </p:sp>
      <p:pic>
        <p:nvPicPr>
          <p:cNvPr id="5" name="Picture 4" descr="arch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2760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89788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3C9A"/>
                </a:solidFill>
              </a:rPr>
              <a:t>Key insight: use pre-VQ embeddings e_v (clean semantic signal) — bypassing the quantisation noise in STEM-GNN's post-VQ MoE router.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Four Gate Signal 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What signal f drives β_v?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27432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234440"/>
            <a:ext cx="2743200" cy="475488"/>
          </a:xfrm>
          <a:prstGeom prst="rect">
            <a:avLst/>
          </a:prstGeom>
          <a:solidFill>
            <a:srgbClr val="4C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1261872"/>
            <a:ext cx="25968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  —  Cosine Similarity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cos( h_v ,  mean h_u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1460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Compares aggregated GNN hidden states.
Proxy for structural compatibility.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1234440"/>
            <a:ext cx="27432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E86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18688" y="1234440"/>
            <a:ext cx="2743200" cy="475488"/>
          </a:xfrm>
          <a:prstGeom prst="rect">
            <a:avLst/>
          </a:prstGeom>
          <a:solidFill>
            <a:srgbClr val="E86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261872"/>
            <a:ext cx="25968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  —  Model Confidence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874519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1 − max softmax( logits_u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51460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High neighbour uncertainty → distrust.
Most robust to injection (−3.6 pp drop).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234440"/>
            <a:ext cx="27432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7C4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234440"/>
            <a:ext cx="2743200" cy="475488"/>
          </a:xfrm>
          <a:prstGeom prst="rect">
            <a:avLst/>
          </a:prstGeom>
          <a:solidFill>
            <a:srgbClr val="7C4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1261872"/>
            <a:ext cx="25968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  —  Learned MLP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74519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MLP( e_v ‖ mean e_u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51460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End-to-end learned gate.
Best on heterophily (81.1% Texas).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1234440"/>
            <a:ext cx="27432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4C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1234440"/>
            <a:ext cx="2743200" cy="475488"/>
          </a:xfrm>
          <a:prstGeom prst="rect">
            <a:avLst/>
          </a:prstGeom>
          <a:solidFill>
            <a:srgbClr val="4C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261872"/>
            <a:ext cx="25968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  —  LLM Text Cosine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0304" y="1874519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cos( e_v ,  mean e_u 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251460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Raw LLM embedding similarity.
Collapes to A under injection.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" y="60350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All gates share the same aggregation rule:   h_v = β_v · W_self(e_v)  +  (1−β_v) · W_neigh(mean e_u)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 1 — Injection Robustness (Cora + PubMed)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Gate B most robust on both datasets: −3.6 pp (Cora), −2.6 pp (PubMed)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8686800" cy="40358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098280" y="1143000"/>
            <a:ext cx="2880360" cy="5394960"/>
          </a:xfrm>
          <a:prstGeom prst="rect">
            <a:avLst/>
          </a:prstGeom>
          <a:solidFill>
            <a:srgbClr val="FFF8F3"/>
          </a:solidFill>
          <a:ln w="15240">
            <a:solidFill>
              <a:srgbClr val="9C42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89720" y="123444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4221"/>
                </a:solidFill>
              </a:rP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17830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• B (confidence) most robust on both Cora (−3.6) and PubMed (−2.6 pp)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78892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• C (learned MLP) also stable: −5.9 pp Cora, −1.1 pp PubMed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20" y="379476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• Cosine gates (A, D): −8.4 pp — no robustness benefit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480060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• Pattern consistent across two independent datasets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 2 — Heterophily Generalization (3 Datasets)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B &amp; C improve over baseline on ALL three datasets; cosine gates consistently hurt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8229600" cy="43586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686800" y="1143000"/>
            <a:ext cx="3291840" cy="5394960"/>
          </a:xfrm>
          <a:prstGeom prst="rect">
            <a:avLst/>
          </a:prstGeom>
          <a:solidFill>
            <a:srgbClr val="F0FFF4"/>
          </a:solidFill>
          <a:ln w="1524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1234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6749"/>
                </a:solidFill>
              </a:rP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830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• Texas:     B &amp; C → 81.1%  (+4.5 pp)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679191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• Wisconsin: B &amp; C → 86.9%  (+5.9 pp)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575304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• Cornell:   B     → 76.6%  (+4.5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4471416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• Cosine gates (A, D) hurt on ALL three — drop 15–20 pp below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5367528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• Confidence signal reliable regardless of graph structure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Summary — Contribution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Research gap filled + empirical evidence</a:t>
            </a:r>
          </a:p>
        </p:txBody>
      </p:sp>
      <p:pic>
        <p:nvPicPr>
          <p:cNvPr id="5" name="Picture 4" descr="contribu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29837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Direction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188720"/>
            <a:ext cx="3703320" cy="5029200"/>
          </a:xfrm>
          <a:prstGeom prst="rect">
            <a:avLst/>
          </a:prstGeom>
          <a:solidFill>
            <a:srgbClr val="EBF4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3703320" cy="4572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225296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Short term — Strengthen experiments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810512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Run PubMed + WikiCS injection sweeps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2560320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Wisconsin &amp; Cornell heterophily 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310128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Add GNNGuard as an active baseline in our injection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059935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Report mean ± std over 5 seeds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188720"/>
            <a:ext cx="3703320" cy="5029200"/>
          </a:xfrm>
          <a:prstGeom prst="rect">
            <a:avLst/>
          </a:prstGeom>
          <a:solidFill>
            <a:srgbClr val="FAF5FF"/>
          </a:solidFill>
          <a:ln w="19050">
            <a:solidFill>
              <a:srgbClr val="553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03320" cy="4572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1225296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Medium term — Improve the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810512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LLM label-support query: ask LLM if u's text supports v's 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2560320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Multi-hop gates: consider 2-hop neighbourhood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310128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Plug into full STEM-GNN pretrain → finetune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4059935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Joint training of gate + VQ codebook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703320" cy="5029200"/>
          </a:xfrm>
          <a:prstGeom prst="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188720"/>
            <a:ext cx="3703320" cy="4572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1225296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Long term — Research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10512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Tri-objective evaluation: ID acc / OOD robustness / transfer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560320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Theoretical analysis: gate as Lipschitz regulariser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3310128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Generalise to link prediction &amp; graph classification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4059935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Submit to NeurIPS'25 / ICLR'26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5760720"/>
            <a:ext cx="11795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53C9A"/>
                </a:solidFill>
              </a:rPr>
              <a:t>Core claim: A semantic gate on pre-VQ LLM embeddings is a lightweight, drop-in complement to STEM-GNN that addresses both injection robustness and structural heterophily — filling a gap no existing method covers.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