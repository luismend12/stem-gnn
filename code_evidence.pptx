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86B6EF"/>
                </a:solidFill>
              </a:rPr>
              <a:t>CODE EVIDENCE  ·  4 IDEAS  ·  WHERE EACH HOOKS INTO THE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Ideas, All Grounded in Existing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86B6EF"/>
                </a:solidFill>
              </a:rPr>
              <a:t>Each idea is not a new project — it is one or two functions added to the existing architecture. The hooks are already in encoder.py, ft_model.py, and degree_shift_ood.py.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7406640" cy="932688"/>
          </a:xfrm>
          <a:prstGeom prst="rect">
            <a:avLst/>
          </a:prstGeom>
          <a:solidFill>
            <a:srgbClr val="0D2040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/>
            <a:r>
              <a:rPr sz="1200" b="1">
                <a:solidFill>
                  <a:srgbClr val="2A78D6"/>
                </a:solidFill>
              </a:rPr>
              <a:t>Idea A: KL Routing Alignment</a:t>
            </a:r>
          </a:p>
          <a:p>
            <a:r>
              <a:rPr sz="850">
                <a:solidFill>
                  <a:srgbClr val="86B6EF"/>
                </a:solidFill>
                <a:latin typeface="Courier New"/>
              </a:rPr>
              <a:t>ft_model.py:71  get_llm_routing_consistency_loss()
task/node.py:54  llm_routing_reg * model.get_llm_routing_consistency_loss()
Status: implemented, not yet tuned with λ_route sweep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90671"/>
            <a:ext cx="7406640" cy="932688"/>
          </a:xfrm>
          <a:prstGeom prst="rect">
            <a:avLst/>
          </a:prstGeom>
          <a:solidFill>
            <a:srgbClr val="0D2040"/>
          </a:solidFill>
          <a:ln w="1905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/>
            <a:r>
              <a:rPr sz="1200" b="1">
                <a:solidFill>
                  <a:srgbClr val="1BAF7A"/>
                </a:solidFill>
              </a:rPr>
              <a:t>Idea B: K-Means Expert Init (Contrastive Seeding)</a:t>
            </a:r>
          </a:p>
          <a:p>
            <a:r>
              <a:rPr sz="850">
                <a:solidFill>
                  <a:srgbClr val="86B6EF"/>
                </a:solidFill>
                <a:latin typeface="Courier New"/>
              </a:rPr>
              <a:t>encoder.py:229  init_router_kmeans(layer_idx, features)
degree_shift_ood.py:446  base_encoder.init_router_kmeans(0, node_text_feat)
Status: implemented, already called in OOD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96511"/>
            <a:ext cx="7406640" cy="932688"/>
          </a:xfrm>
          <a:prstGeom prst="rect">
            <a:avLst/>
          </a:prstGeom>
          <a:solidFill>
            <a:srgbClr val="0D2040"/>
          </a:solidFill>
          <a:ln w="19050">
            <a:solidFill>
              <a:srgbClr val="EDA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/>
            <a:r>
              <a:rPr sz="1200" b="1">
                <a:solidFill>
                  <a:srgbClr val="EDA100"/>
                </a:solidFill>
              </a:rPr>
              <a:t>Idea C: LLM-Guided Graph Rewiring</a:t>
            </a:r>
          </a:p>
          <a:p>
            <a:r>
              <a:rPr sz="850">
                <a:solidFill>
                  <a:srgbClr val="86B6EF"/>
                </a:solidFill>
                <a:latin typeface="Courier New"/>
              </a:rPr>
              <a:t>encoder.py:94  message() — add edge_attr to neighbour features
degree_shift_ood.py:143  x = data.node_text_feat  (text features accessible)
Status: hook exists; need to add edge weight pre-filter using cosine sim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102351"/>
            <a:ext cx="7406640" cy="932688"/>
          </a:xfrm>
          <a:prstGeom prst="rect">
            <a:avLst/>
          </a:prstGeom>
          <a:solidFill>
            <a:srgbClr val="0D2040"/>
          </a:solidFill>
          <a:ln w="1905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/>
            <a:r>
              <a:rPr sz="1200" b="1">
                <a:solidFill>
                  <a:srgbClr val="EB6834"/>
                </a:solidFill>
              </a:rPr>
              <a:t>Idea D: Text-Neighborhood Alignment Score</a:t>
            </a:r>
          </a:p>
          <a:p>
            <a:r>
              <a:rPr sz="850">
                <a:solidFill>
                  <a:srgbClr val="86B6EF"/>
                </a:solidFill>
                <a:latin typeface="Courier New"/>
              </a:rPr>
              <a:t>encoder.py:339  x_orig = x  (original LLM embed saved before GNN)
encoder.py:122  MixtureSageLayer: agg = scatter_mean(x[col], row)
Status: x_orig and aggregation already available; add cosine sim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34440"/>
            <a:ext cx="3840480" cy="5394960"/>
          </a:xfrm>
          <a:prstGeom prst="rect">
            <a:avLst/>
          </a:prstGeom>
          <a:solidFill>
            <a:srgbClr val="06101E"/>
          </a:solidFill>
          <a:ln w="9525">
            <a:solidFill>
              <a:srgbClr val="1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KEY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1907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2AAFF"/>
                </a:solidFill>
              </a:rPr>
              <a:t>model/encoder.py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Encoder, MixtureSageLayer, router logic,
x_orig preservation, k-means 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2AAFF"/>
                </a:solidFill>
              </a:rPr>
              <a:t>model/ft_model.py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786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TaskModel, KL routing consistency loss,
LLM-guided router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35808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2AAFF"/>
                </a:solidFill>
              </a:rPr>
              <a:t>task/node.py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3697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ft_node() training loop,
llm_routing_reg applied per epoch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94176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2AAFF"/>
                </a:solidFill>
              </a:rPr>
              <a:t>scripts/degree_shift_ood.py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9534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OOD benchmark harness, llm_router_kmeans
call, class_sim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52544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82AAFF"/>
                </a:solidFill>
              </a:rPr>
              <a:t>utils/others.py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537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6B6EF"/>
                </a:solidFill>
              </a:rPr>
              <a:t>compute_class_similarity_profile()
node vs class text embedding cosine 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IDEA A  ·  KL ROUTING ALIGNMENT  ·  ft_model.py + task/node.py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</a:rPr>
              <a:t>Idea A: LLM Reinforcement via KL Loss — Already in the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</a:rPr>
              <a:t>get_llm_routing_consistency_loss() exists in ft_model.py and is called each epoch. The loss pulls GNN routing toward LLM-defined semantic class centroids. Missing piece: run a sweep over λ_route to find the right regularization strength.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model/encoder.py  ·  lines 275–283 + 339–354 + 366–370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577840" cy="187451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645920"/>
            <a:ext cx="5321808" cy="1655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46E7A"/>
                </a:solidFill>
                <a:latin typeface="Courier New"/>
              </a:rPr>
              <a:t># encoder.py — store router weights WITH gradients for KL loss</a:t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def enable_router_weight_storage(self, flag=True):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self._training_router_weights = [] if flag else None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Inside encode(): after computing weights per MoE layer:</a:t>
            </a:r>
          </a:p>
          <a:p>
            <a:r>
              <a:rPr sz="900">
                <a:solidFill>
                  <a:srgbClr val="C792EA"/>
                </a:solidFill>
                <a:latin typeface="Courier New"/>
              </a:rPr>
              <a:t>if self._training_router_weights is not None and self.training: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self._training_router_weights.append(weights)  # [N, K], grad=True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Also: x_orig saved before GNN — used by LLM router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x_orig = x   # line 341: frozen 768-dim LLM embedding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model/ft_model.py  ·  lines 71–100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94760"/>
            <a:ext cx="557784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3904488"/>
            <a:ext cx="5321808" cy="2112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2AAFF"/>
                </a:solidFill>
                <a:latin typeface="Courier New"/>
              </a:rPr>
              <a:t>def get_llm_routing_consistency_loss(self, class_sim):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class_sim: [N, C] cosine sim of node text vs class text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router_weights_list = self.encoder.get_training_router_weights()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soft_class = class_sim.softmax(dim=-1)  # [N, C]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class_mass = soft_class.sum(0, keepdim=True).t() + 1e-8</a:t>
            </a:r>
          </a:p>
          <a:p>
            <a:r>
              <a:rPr sz="900">
                <a:solidFill>
                  <a:srgbClr val="C792EA"/>
                </a:solidFill>
                <a:latin typeface="Courier New"/>
              </a:rPr>
              <a:t>    for W in router_weights_list:  # W: [N, K], has gradients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    # per-class mean routing from text similarity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class_routing = (soft_class.t() @ W) / class_mass  # [C,K]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target = soft_class @ class_routing.detach()  # [N,K]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        total_loss += ((W - target) ** 2).mean()     # MSE to LLM target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return total_loss / len(router_weights_list)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236208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task/node.py  ·  lines 53–60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6510528"/>
            <a:ext cx="557784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6620256"/>
            <a:ext cx="5321808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CB6B"/>
                </a:solidFill>
                <a:latin typeface="Courier New"/>
              </a:rPr>
              <a:t>L = L_task + env_loss + llm_routing_reg * get_llm_routing_consistency_loss(class_sim)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261872"/>
            <a:ext cx="5806440" cy="1600200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1C5CAB"/>
                </a:solidFill>
              </a:rPr>
              <a:t>What the code does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For each MoE layer, compute the per-class mean routing distribution using soft LLM class assignments (class_sim). Then penalise each node's actual GNN routing (w_gnn) for deviating from its text-predicted class routing. This is the KL alignment term — currently using MSE instead of KL, but same effect.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962656"/>
            <a:ext cx="5806440" cy="1600200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0A5C41"/>
                </a:solidFill>
              </a:rPr>
              <a:t>What is already wired up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✓  enable_router_weight_storage(True) called at run start (line 466)
✓  ft_node() applies llm_routing_reg * loss each epoch (node.py:54)
✓  class_sim = compute_class_similarity_profile() called before training (line 437)
✓  Controlled by llm_routing_reg param — set to 0.0 by default (not yet tuned)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663440"/>
            <a:ext cx="5806440" cy="1097280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7A5400"/>
                </a:solidFill>
              </a:rPr>
              <a:t>What still needs to be done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Run a λ_route sweep: {0.01, 0.05, 0.1, 0.5} on WikiCS degree_shift. Measure: (1) expert class_purity improvement and (2) OOD-low accuracy. Hypothesis: purity 0.336 → 0.40+, OOD-low gap −10% → smaller.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861304"/>
            <a:ext cx="5806440" cy="841248"/>
          </a:xfrm>
          <a:prstGeom prst="rect">
            <a:avLst/>
          </a:prstGeom>
          <a:solidFill>
            <a:srgbClr val="FFF0E8"/>
          </a:solidFill>
          <a:ln w="1905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EB6834"/>
                </a:solidFill>
              </a:rPr>
              <a:t>Key result that motivates this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WikiCS GNN purity 0.336 vs LLM 0.258 (+30%). OOD-low drop −10%. Low purity → bad OOD. KL loss should close the purity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IDEA B  ·  K-MEANS EXPERT INITIALISATION  ·  encoder.py + degree_shift_ood.py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</a:rPr>
              <a:t>Idea B: Semantically-Seeded Experts — Already Implemented and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</a:rPr>
              <a:t>init_router_kmeans() initializes each expert's router weights to a distinct text-embedding cluster centroid. Experts start semantically separated instead of randomly colliding. Already called at line 446 of degree_shift_ood.py.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model/encoder.py  ·  lines 229–263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57784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645920"/>
            <a:ext cx="5321808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2AAFF"/>
                </a:solidFill>
                <a:latin typeface="Courier New"/>
              </a:rPr>
              <a:t>def init_router_kmeans(self, layer_idx, features, seed=0):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features: LLM text embeddings [N, 768]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Run k-means with K=num_experts clusters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kmeans = KMeans(n_clusters=self.num_experts,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            random_state=seed, n_init=10).fit(features)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centroids = torch.tensor(kmeans.cluster_centers_)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Set router weights = cluster centroids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argmax(x · w_k + b_k) → nearest centroid (k-means) at init</a:t>
            </a:r>
          </a:p>
          <a:p>
            <a:r>
              <a:rPr sz="900">
                <a:solidFill>
                  <a:srgbClr val="C792EA"/>
                </a:solidFill>
                <a:latin typeface="Courier New"/>
              </a:rPr>
              <a:t>    with torch.no_grad():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linear.weight.copy_(centroids)         # [K, 768]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linear.bias.copy_(                     # bias = -0.5||c||²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    -0.5 * (centroids ** 2).sum(dim=1))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After this, experts start in genuinely different text regions.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Router is still fully learnable — this is just a better init.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864608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scripts/degree_shift_ood.py  ·  lines 441–447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138928"/>
            <a:ext cx="557784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5248656"/>
            <a:ext cx="5321808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46E7A"/>
                </a:solidFill>
                <a:latin typeface="Courier New"/>
              </a:rPr>
              <a:t># Already called before training:</a:t>
            </a:r>
          </a:p>
          <a:p>
            <a:r>
              <a:rPr sz="900">
                <a:solidFill>
                  <a:srgbClr val="C792EA"/>
                </a:solidFill>
                <a:latin typeface="Courier New"/>
              </a:rPr>
              <a:t>if params.get('use_kmeans_init', False):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cluster_feat = data.node_text_feat  # [N, 768] — frozen LLM embeddings</a:t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    base_encoder.init_router_kmeans(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        layer_idx=0, features=cluster_feat, seed=0)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Pass --use_kmeans_init to enable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61872"/>
            <a:ext cx="5806440" cy="1645920"/>
          </a:xfrm>
          <a:prstGeom prst="rect">
            <a:avLst/>
          </a:prstGeom>
          <a:solidFill>
            <a:srgbClr val="FFF5F5"/>
          </a:solidFill>
          <a:ln w="19050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E34948"/>
                </a:solidFill>
              </a:rPr>
              <a:t>Why random init causes expert collapse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With random weights, one expert gets a small accidental advantage on the first forward pass. It captures all gradient signal. The other experts starve. max_usage → 1.000. λ_env fixes this at training time, but it's fighting against the wrong initialisation.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999232"/>
            <a:ext cx="5806440" cy="1645920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0A5C41"/>
                </a:solidFill>
              </a:rPr>
              <a:t>Why k-means init prevents collapse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Each expert starts at a different text cluster centroid. At init, Expert 0 already owns ML-paper nodes, Expert 1 owns chemistry nodes, Expert 2 owns systems nodes. There is no accidental winner — experts begin in genuinely different regions of the semantic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736592"/>
            <a:ext cx="5806440" cy="1234440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1C5CAB"/>
                </a:solidFill>
              </a:rPr>
              <a:t>Connection to Idea A (KL loss)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K-means init gives the right starting point. KL loss keeps experts semantically grounded during training. Together: experts start separated AND are trained to stay separated. This is the strongest version of the idea.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6062472"/>
            <a:ext cx="5806440" cy="658368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7A5400"/>
                </a:solidFill>
              </a:rPr>
              <a:t>What to test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Compare: random init vs k-means init × with/without KL loss. Measure class_purity and OOD-low across 5 seeds on WikiCS and Arxiv.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IDEA C  ·  LLM-GUIDED GRAPH REWIRING  ·  encoder.py MixtureSageLayer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</a:rPr>
              <a:t>Idea C: Filter Cross-Domain Edges Using Text Cosine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</a:rPr>
              <a:t>MySAGEConv.message() already adds edge_attr to neighbours before aggregation (line 97). The hook is there: compute text similarity for each edge, use it as an edge weight. Semantically mismatched edges (likely OOD noise) get downweighted before the GNN aggregates.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model/encoder.py  ·  lines 72–97  (MySAGEConv.forward + message)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645920"/>
            <a:ext cx="5321808" cy="2157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46E7A"/>
                </a:solidFill>
                <a:latin typeface="Courier New"/>
              </a:rPr>
              <a:t># Current: edge_attr added inside message()</a:t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def forward(self, x, edge_index, edge_attr=None, size=None):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out = self.propagate(edge_index, x=x, xe=edge_attr)  # passes xe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...</a:t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def message(self, x_j, xe):</a:t>
            </a:r>
          </a:p>
          <a:p>
            <a:r>
              <a:rPr sz="900">
                <a:solidFill>
                  <a:srgbClr val="C792EA"/>
                </a:solidFill>
                <a:latin typeface="Courier New"/>
              </a:rPr>
              <a:t>    if xe is not None: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x_j = x_j + xe    # edge attr already modifies neighbour feat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return F.relu(x_j)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Proposed addition: pre-filter edge_index by text cosine sim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x = data.node_text_feat — available at degree_shift_ood.py:143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41648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NEW CODE  (to add to degree_shift_ood.py)  ·  before Encoder init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315968"/>
            <a:ext cx="557784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4425696"/>
            <a:ext cx="5321808" cy="2203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2AAFF"/>
                </a:solidFill>
                <a:latin typeface="Courier New"/>
              </a:rPr>
              <a:t>def compute_text_edge_weights(x, edge_index, threshold=0.3):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x: [N, 768] frozen LLM embeddings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row, col = edge_index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x_norm = F.normalize(x, p=2, dim=-1)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sim = (x_norm[row] * x_norm[col]).sum(dim=-1)  # [E]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weight 0..1: high sim = keep edge; low sim = downweight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    weights = sim.clamp(min=0)     # drop negative sim edges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    # pass as scalar multiplier on aggregation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return weights   # [E] — use as edge_attr or aggr weight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Then: data.edge_attr = compute_text_edge_weights(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  data.node_text_feat, data.edge_index)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61872"/>
            <a:ext cx="5806440" cy="1600200"/>
          </a:xfrm>
          <a:prstGeom prst="rect">
            <a:avLst/>
          </a:prstGeom>
          <a:solidFill>
            <a:srgbClr val="FFF5F5"/>
          </a:solidFill>
          <a:ln w="19050">
            <a:solidFill>
              <a:srgbClr val="FC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E34948"/>
                </a:solidFill>
              </a:rPr>
              <a:t>Why this targets OOD at the source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Degree shift creates OOD nodes with mismatched neighbours — a CS paper cited by only biology papers. Those biology edges produce corrupted aggregation. Text cosine similarity detects cross-domain edges (sim &lt; 0) and removes them before the GNN ever aggregates, preventing the corruption from reaching the router.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962656"/>
            <a:ext cx="5806440" cy="1600200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0A5C41"/>
                </a:solidFill>
              </a:rPr>
              <a:t>What already supports this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✓  MySAGEConv.message() accepts xe (edge attributes) — line 97
✓  data.node_text_feat accessible (line 143) — 768-dim LLM embeddings
✓  edge_attr flows through all GNN layers already
Need to add: compute_text_edge_weights() before training starts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663440"/>
            <a:ext cx="5806440" cy="1097280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7A5400"/>
                </a:solidFill>
              </a:rPr>
              <a:t>Connection to findings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WikiCS TV shift ID→OOD-low: 0.0015. Arxiv: 0.0144. The structural shift changes which neighbours each node sees. Rewiring with text sim directly counteracts this: even under degree shift, the remaining (high-sim) edges are semantically stable.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5861304"/>
            <a:ext cx="5806440" cy="841248"/>
          </a:xfrm>
          <a:prstGeom prst="rect">
            <a:avLst/>
          </a:prstGeom>
          <a:solidFill>
            <a:srgbClr val="FFF0E8"/>
          </a:solidFill>
          <a:ln w="1905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EB6834"/>
                </a:solidFill>
              </a:rPr>
              <a:t>What to test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Add edge weights before training. Sweep threshold {0.1, 0.3, 0.5}. Measure OOD-low on WikiCS and Arxiv degree_shift.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IDEA D  ·  TEXT-NEIGHBORHOOD ALIGNMENT SCORE  ·  encoder.py MixtureSageLayer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</a:rPr>
              <a:t>Idea D: Per-Node OOD Score from Text-Neighborhood Mismatch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</a:rPr>
              <a:t>MixtureSageLayer already computes scatter_mean(x[col], row) — the mean neighbour embedding. One cosine similarity against the node's own text gives a per-node OOD score with zero extra parameters. Nodes with low alignment trust neighbours 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model/encoder.py  ·  lines 109–129  (MixtureSageLayer.forward)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36192"/>
            <a:ext cx="5577840" cy="2057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645920"/>
            <a:ext cx="5321808" cy="1837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2AAFF"/>
                </a:solidFill>
                <a:latin typeface="Courier New"/>
              </a:rPr>
              <a:t>class MixtureSageLayer(nn.Module):</a:t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    def forward(self, x, edge_index, edge_attr=None):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row, col = edge_index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    # ← THIS LINE already computes mean neighbour embedding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agg = scatter_mean(x[col], row, dim=0,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                       dim_size=x.size(0))  # [N, in_dim]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combined = torch.cat([agg, x], dim=-1)  # [N, 2*in_dim]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outputs = torch.einsum(                  # [N, K, out_dim]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    'nd,kdo-&gt;nko', combined, self.weights)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21608"/>
            <a:ext cx="4572000" cy="256032"/>
          </a:xfrm>
          <a:prstGeom prst="rect">
            <a:avLst/>
          </a:prstGeom>
          <a:solidFill>
            <a:srgbClr val="2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27432"/>
          <a:lstStyle/>
          <a:p>
            <a:pPr algn="ctr"/>
            <a:r>
              <a:rPr sz="800">
                <a:solidFill>
                  <a:srgbClr val="898781"/>
                </a:solidFill>
                <a:latin typeface="Courier New"/>
              </a:rPr>
              <a:t>  NEW CODE  (to add to MixtureSageLayer or OOD script)  ·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95928"/>
            <a:ext cx="557784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4105656"/>
            <a:ext cx="5321808" cy="234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46E7A"/>
                </a:solidFill>
                <a:latin typeface="Courier New"/>
              </a:rPr>
              <a:t># x_orig = original LLM embeddings [N, 768] — encoder.py:341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# agg already computed above; if x_orig passed in: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82AAFF"/>
                </a:solidFill>
                <a:latin typeface="Courier New"/>
              </a:rPr>
              <a:t>def text_neighborhood_alignment(x_orig, edge_index):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row, col = edge_index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neigh_mean = scatter_mean(x_orig[col], row,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                          dim=0, dim_size=x_orig.size(0))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x_n = F.normalize(x_orig,   p=2, dim=-1)</a:t>
            </a:r>
          </a:p>
          <a:p>
            <a:r>
              <a:rPr sz="900">
                <a:solidFill>
                  <a:srgbClr val="D0D0D0"/>
                </a:solidFill>
                <a:latin typeface="Courier New"/>
              </a:rPr>
              <a:t>    a_n = F.normalize(neigh_mean, p=2, dim=-1)</a:t>
            </a:r>
          </a:p>
          <a:p>
            <a:r>
              <a:rPr sz="900">
                <a:solidFill>
                  <a:srgbClr val="FFCB6B"/>
                </a:solidFill>
                <a:latin typeface="Courier New"/>
              </a:rPr>
              <a:t>    s = (x_n * a_n).sum(dim=-1)  # [N] — cosine sim per node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s ≈ 1 → text matches neighbours → ID-like</a:t>
            </a:r>
          </a:p>
          <a:p>
            <a:r>
              <a:rPr sz="900">
                <a:solidFill>
                  <a:srgbClr val="546E7A"/>
                </a:solidFill>
                <a:latin typeface="Courier New"/>
              </a:rPr>
              <a:t>    # s ≈ 0 → mismatch → OOD signal</a:t>
            </a:r>
          </a:p>
          <a:p>
            <a:r>
              <a:rPr sz="900">
                <a:solidFill>
                  <a:srgbClr val="C3E88D"/>
                </a:solidFill>
                <a:latin typeface="Courier New"/>
              </a:rPr>
              <a:t>    return s  # use as per-node OOD score or aggregation 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61872"/>
            <a:ext cx="5806440" cy="1600200"/>
          </a:xfrm>
          <a:prstGeom prst="rect">
            <a:avLst/>
          </a:prstGeom>
          <a:solidFill>
            <a:srgbClr val="E8F0FB"/>
          </a:solidFill>
          <a:ln w="19050">
            <a:solidFill>
              <a:srgbClr val="BCC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1C5CAB"/>
                </a:solidFill>
              </a:rPr>
              <a:t>What the score detects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A CS paper surrounded by biology neighbours will have low cosine similarity between its own text embedding and the mean neighbour embedding. s ≈ 0 → this node is structurally mismatched → OOD. A CS paper surrounded by CS neighbours: s ≈ 0.8+ → safe to aggregate.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962656"/>
            <a:ext cx="5806440" cy="1600200"/>
          </a:xfrm>
          <a:prstGeom prst="rect">
            <a:avLst/>
          </a:prstGeom>
          <a:solidFill>
            <a:srgbClr val="F0FAF5"/>
          </a:solidFill>
          <a:ln w="19050">
            <a:solidFill>
              <a:srgbClr val="A8D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0A5C41"/>
                </a:solidFill>
              </a:rPr>
              <a:t>Three ways to use the score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① OOD detection: flag nodes with s &lt; threshold — report to user, skip prediction
② Aggregation weight: scale each neighbour's contribution by its text sim to ego node    (per-edge instead of per-node s)
③ Router gating: use s as a confidence weight on GNN routing vs LLM routing    (connects to Idea 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663440"/>
            <a:ext cx="5806440" cy="1097280"/>
          </a:xfrm>
          <a:prstGeom prst="rect">
            <a:avLst/>
          </a:prstGeom>
          <a:solidFill>
            <a:srgbClr val="FFF8E6"/>
          </a:solidFill>
          <a:ln w="19050">
            <a:solidFill>
              <a:srgbClr val="F9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7A5400"/>
                </a:solidFill>
              </a:rPr>
              <a:t>What already supports this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✓  MixtureSageLayer.forward() computes scatter_mean(x[col]) — line 124
✓  x_orig = x saved in encoder.encode() — line 341
✓  degree_shift_ood.py already measures TV shift per node group
Need to add: text_neighborhood_alignment() function, ~10 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5861304"/>
            <a:ext cx="5806440" cy="841248"/>
          </a:xfrm>
          <a:prstGeom prst="rect">
            <a:avLst/>
          </a:prstGeom>
          <a:solidFill>
            <a:srgbClr val="FFF0E8"/>
          </a:solidFill>
          <a:ln w="19050">
            <a:solidFill>
              <a:srgbClr val="F5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/>
          <a:lstStyle/>
          <a:p>
            <a:pPr algn="ctr"/>
            <a:r>
              <a:rPr sz="1100" b="1">
                <a:solidFill>
                  <a:srgbClr val="EB6834"/>
                </a:solidFill>
              </a:rPr>
              <a:t>Key prediction from findings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52514E"/>
                </a:solidFill>
              </a:rPr>
              <a:t>OOD-low nodes should have systematically lower s than ID nodes. If confirmed: s is a zero-parameter OOD detector — no extra training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898781"/>
                </a:solidFill>
              </a:rPr>
              <a:t>IMPLEMENTATION ROADMAP  ·  WHAT EXISTS vs WHAT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</a:rPr>
              <a:t>Effort Breakdown: What's Implemented, What's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2514E"/>
                </a:solidFill>
              </a:rPr>
              <a:t>Most infrastructure is already present. The remaining work for each idea is small and targeted.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1280160" cy="34747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ctr"/>
            <a:r>
              <a:rPr sz="950" b="1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298448"/>
            <a:ext cx="3749039" cy="34747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ctr"/>
            <a:r>
              <a:rPr sz="950" b="1">
                <a:solidFill>
                  <a:srgbClr val="FFFFFF"/>
                </a:solidFill>
              </a:rPr>
              <a:t>Already 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39" y="1298448"/>
            <a:ext cx="3474720" cy="34747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ctr"/>
            <a:r>
              <a:rPr sz="950" b="1">
                <a:solidFill>
                  <a:srgbClr val="FFFFFF"/>
                </a:solidFill>
              </a:rPr>
              <a:t>Still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59" y="1298448"/>
            <a:ext cx="1188720" cy="34747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ctr"/>
            <a:r>
              <a:rPr sz="950" b="1">
                <a:solidFill>
                  <a:srgbClr val="FFFFFF"/>
                </a:solidFill>
              </a:rPr>
              <a:t>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79" y="1298448"/>
            <a:ext cx="2194560" cy="347472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54864"/>
          <a:lstStyle/>
          <a:p>
            <a:pPr algn="ctr"/>
            <a:r>
              <a:rPr sz="950" b="1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1280160" cy="1115568"/>
          </a:xfrm>
          <a:prstGeom prst="rect">
            <a:avLst/>
          </a:prstGeom>
          <a:solidFill>
            <a:srgbClr val="F9F9F7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2A78D6"/>
                </a:solidFill>
              </a:rPr>
              <a:t>A  KL Align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664208"/>
            <a:ext cx="3749039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0A5C41"/>
                </a:solidFill>
              </a:rPr>
              <a:t>get_llm_routing_consistency_loss()
ft_node() calls it with llm_routing_reg
enable_router_weight_storage()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39" y="1664208"/>
            <a:ext cx="3474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7A5400"/>
                </a:solidFill>
              </a:rPr>
              <a:t>Sweep λ_route {0.01,0.05,0.1,0.5}
Run on WikiCS + Arxiv degree_shift
Measure purity + OOD-low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59" y="1664208"/>
            <a:ext cx="1188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~2h run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79" y="1664208"/>
            <a:ext cx="219456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HIGH
Direct fix for
routing instability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79776"/>
            <a:ext cx="1280160" cy="1115568"/>
          </a:xfrm>
          <a:prstGeom prst="rect">
            <a:avLst/>
          </a:prstGeom>
          <a:solidFill>
            <a:srgbClr val="F9F9F7"/>
          </a:solidFill>
          <a:ln w="2540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1BAF7A"/>
                </a:solidFill>
              </a:rPr>
              <a:t>B  K-Means 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2779776"/>
            <a:ext cx="3749039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0A5C41"/>
                </a:solidFill>
              </a:rPr>
              <a:t>init_router_kmeans() in encoder.py
Already called at line 446
SKLearn KMeans on node_text_feat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39" y="2779776"/>
            <a:ext cx="3474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7A5400"/>
                </a:solidFill>
              </a:rPr>
              <a:t>Compare random vs k-means init
Combine with Idea A (KL loss)
Measure purity stability across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59" y="2779776"/>
            <a:ext cx="1188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~1h run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79" y="2779776"/>
            <a:ext cx="219456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MEDIUM
Complements A,
reduces 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95344"/>
            <a:ext cx="1280160" cy="1115568"/>
          </a:xfrm>
          <a:prstGeom prst="rect">
            <a:avLst/>
          </a:prstGeom>
          <a:solidFill>
            <a:srgbClr val="F9F9F7"/>
          </a:solidFill>
          <a:ln w="25400">
            <a:solidFill>
              <a:srgbClr val="EDA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EDA100"/>
                </a:solidFill>
              </a:rPr>
              <a:t>C  Rewiring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3895344"/>
            <a:ext cx="3749039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0A5C41"/>
                </a:solidFill>
              </a:rPr>
              <a:t>MySAGEConv.message() accepts xe
data.node_text_feat accessible
edge_attr flows through GNN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39" y="3895344"/>
            <a:ext cx="3474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7A5400"/>
                </a:solidFill>
              </a:rPr>
              <a:t>Add compute_text_edge_weights()
~15 lines of new code
Sweep sim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59" y="3895344"/>
            <a:ext cx="1188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~3h coding
+ run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79" y="3895344"/>
            <a:ext cx="219456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MEDIUM
Attacks OOD
at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10912"/>
            <a:ext cx="1280160" cy="1115568"/>
          </a:xfrm>
          <a:prstGeom prst="rect">
            <a:avLst/>
          </a:prstGeom>
          <a:solidFill>
            <a:srgbClr val="F9F9F7"/>
          </a:solidFill>
          <a:ln w="2540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EB6834"/>
                </a:solidFill>
              </a:rPr>
              <a:t>D  Align 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010912"/>
            <a:ext cx="3749039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0A5C41"/>
                </a:solidFill>
              </a:rPr>
              <a:t>scatter_mean(x[col]) in MixtureSageLayer
x_orig = x saved in encoder.encode()
TV/KL already measured per node 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39" y="5010912"/>
            <a:ext cx="3474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l"/>
            <a:r>
              <a:rPr sz="900" b="0">
                <a:solidFill>
                  <a:srgbClr val="7A5400"/>
                </a:solidFill>
              </a:rPr>
              <a:t>Add text_neighborhood_alignment()
~10 lines of new code
Correlate score vs OOD label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59" y="5010912"/>
            <a:ext cx="118872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0">
                <a:solidFill>
                  <a:srgbClr val="0B0B0B"/>
                </a:solidFill>
              </a:rPr>
              <a:t>~1h coding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79" y="5010912"/>
            <a:ext cx="2194560" cy="1115568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/>
            <a:r>
              <a:rPr sz="900" b="1">
                <a:solidFill>
                  <a:srgbClr val="0B0B0B"/>
                </a:solidFill>
              </a:rPr>
              <a:t>LOW-MEDIUM
Zero-param OOD
detector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236208"/>
            <a:ext cx="11521440" cy="475488"/>
          </a:xfrm>
          <a:prstGeom prst="rect">
            <a:avLst/>
          </a:prstGeom>
          <a:solidFill>
            <a:srgbClr val="0B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309360"/>
            <a:ext cx="11064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86B6EF"/>
                </a:solidFill>
              </a:rPr>
              <a:t>Recommended order: A (λ_route sweep, uses existing code) → B (combine with A) → D (quick OOD score) → C (rewiring as architecture change). Ideas A + B together constitute the LLM-reinforced routing paper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